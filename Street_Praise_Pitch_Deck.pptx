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Street Praise Digital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Transforming a Movement into a Global System</a:t>
            </a:r>
          </a:p>
          <a:p/>
          <a:p>
            <a:r>
              <a:t>From the Streets to the Nations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realize the Glory of God in the cities of the Nations.</a:t>
            </a:r>
          </a:p>
          <a:p/>
          <a:p>
            <a:r>
              <a:t>Expanding worship beyond physical spaces.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coordination</a:t>
            </a:r>
          </a:p>
          <a:p>
            <a:r>
              <a:t>Scattered communication</a:t>
            </a:r>
          </a:p>
          <a:p>
            <a:r>
              <a:t>No structured discipleship tracking</a:t>
            </a:r>
          </a:p>
          <a:p>
            <a:r>
              <a:t>Limited reach beyond physical gatherings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centralized digital platform:</a:t>
            </a:r>
          </a:p>
          <a:p>
            <a:r>
              <a:t>Website + System + Mobile App</a:t>
            </a:r>
          </a:p>
          <a:p/>
          <a:p>
            <a:r>
              <a:t>Connecting people, events, and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Website (Public + Members)</a:t>
            </a:r>
          </a:p>
          <a:p>
            <a:r>
              <a:t>• Admin Dashboard</a:t>
            </a:r>
          </a:p>
          <a:p>
            <a:r>
              <a:t>• Mobile App (Android &amp; iOS)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Event Management</a:t>
            </a:r>
          </a:p>
          <a:p>
            <a:r>
              <a:t>• Live Streaming</a:t>
            </a:r>
          </a:p>
          <a:p>
            <a:r>
              <a:t>• Member Management</a:t>
            </a:r>
          </a:p>
          <a:p>
            <a:r>
              <a:t>• Community Groups</a:t>
            </a:r>
          </a:p>
          <a:p>
            <a:r>
              <a:t>• Prayer Requests</a:t>
            </a:r>
          </a:p>
          <a:p>
            <a:r>
              <a:t>• Discipleship Courses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Broadcast worship globally</a:t>
            </a:r>
          </a:p>
          <a:p>
            <a:r>
              <a:t>Engage audience in real-time</a:t>
            </a:r>
          </a:p>
          <a:p>
            <a:r>
              <a:t>Archive past sessions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Stay connected anytime</a:t>
            </a:r>
          </a:p>
          <a:p>
            <a:r>
              <a:t>Push notifications</a:t>
            </a:r>
          </a:p>
          <a:p>
            <a:r>
              <a:t>Access events, prayer, and teachings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 and connect like WhatsApp</a:t>
            </a:r>
          </a:p>
          <a:p>
            <a:r>
              <a:t>Build smaller fellowships</a:t>
            </a:r>
          </a:p>
          <a:p>
            <a:r>
              <a:t>Share resources and messages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Prayer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Submit prayer requests</a:t>
            </a:r>
          </a:p>
          <a:p>
            <a:r>
              <a:t>Anonymous option</a:t>
            </a:r>
          </a:p>
          <a:p>
            <a:r>
              <a:t>Track testimonies and responses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Discipleship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courses</a:t>
            </a:r>
          </a:p>
          <a:p>
            <a:r>
              <a:t>Track growth</a:t>
            </a:r>
          </a:p>
          <a:p>
            <a:r>
              <a:t>Equip believers for impact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Increased participation</a:t>
            </a:r>
          </a:p>
          <a:p>
            <a:r>
              <a:t>• Stronger community</a:t>
            </a:r>
          </a:p>
          <a:p>
            <a:r>
              <a:t>• Global reach</a:t>
            </a:r>
          </a:p>
          <a:p>
            <a:r>
              <a:t>• Structured discipleship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to multiple cities</a:t>
            </a:r>
          </a:p>
          <a:p>
            <a:r>
              <a:t>Launch global outreach</a:t>
            </a:r>
          </a:p>
          <a:p>
            <a:r>
              <a:t>Build a strong digital ministry ecosystem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more than a website.</a:t>
            </a:r>
          </a:p>
          <a:p/>
          <a:p>
            <a:r>
              <a:t>It is a movement platform.</a:t>
            </a:r>
          </a:p>
          <a:p/>
          <a:p>
            <a:r>
              <a:t>Raising Worshippers | Building Disciples | Transforming Cities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